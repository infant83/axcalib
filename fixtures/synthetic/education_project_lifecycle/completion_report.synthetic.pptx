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51"/>
                </a:solidFill>
              </a:defRPr>
            </a:pPr>
            <a:r>
              <a:t>Synthetic 완료평가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과제: OLED 분자 역설계 프로젝트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결과: 교육 lifecycle과 AXCalib 두 Gate를 검증한 테스트 전용 완료자료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산출물: dossier, 등록·완료 리포트, 감사 로그, 재현 스크립트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주의: 실제 연구성과나 실제 학습자 평가가 아님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SYNTHETIC EXAMPLE · AXCalib education lifecycle ·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51"/>
                </a:solidFill>
              </a:defRPr>
            </a:pPr>
            <a:r>
              <a:t>등록 baseline과 수행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등록 목표: SELFIES·surrogate·QUBO를 연결한 역설계 검증 계획 수립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변경: 실제 양자 하드웨어 실험 대신 deterministic offline workflow 검증으로 범위 조정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변경 승인: synthetic 교육 예제 범위에 한정한 관리자 테스트 입력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SYNTHETIC EXAMPLE · AXCalib education lifecycle ·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51"/>
                </a:solidFill>
              </a:defRPr>
            </a:pPr>
            <a:r>
              <a:t>KPI 계획 대비 관측값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KPI 1 · 두 HITL 승인요청 기록: target 2건, observed 2건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KPI 2 · 단계 누출: target 0건, observed 0건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KPI 3 · criterion locator 보존: target 100%, observed 100%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측정기간: 단일 offline integration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SYNTHETIC EXAMPLE · AXCalib education lifecycle ·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51"/>
                </a:solidFill>
              </a:defRPr>
            </a:pPr>
            <a:r>
              <a:t>수행·재현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코드 버전과 program version을 실행기록에 고정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PPTX와 sidecar SHA-256 hash를 dossier artifact로 기록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테스트 로그와 JSON·Markdown 리포트를 workspace에 생성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재현 절차: 문서화된 Python library example을 동일 fixture로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SYNTHETIC EXAMPLE · AXCalib education lifecycle ·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51"/>
                </a:solidFill>
              </a:defRPr>
            </a:pPr>
            <a:r>
              <a:t>남은 리스크와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리스크: 실제 embedding·Qdrant·on-prem Qwen 품질은 검증하지 않음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한계: 수동 reviewed sidecar는 OCR/VLM gold label이 아님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후속계획: 평가 책임자 rubric 승인 후 비식별 gold dataset으로 별도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SYNTHETIC EXAMPLE · AXCalib education lifecycle ·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4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A51"/>
                </a:solidFill>
              </a:defRPr>
            </a:pPr>
            <a:r>
              <a:t>완료 증거 manifest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산출물 reference와 content hash를 dossier에서 추적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결과 report는 Agent 제안과 관리자 결정을 분리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재현 테스트는 외부 endpoint 없이 실행</a:t>
            </a:r>
          </a:p>
          <a:p>
            <a:pPr>
              <a:spcAft>
                <a:spcPts val="1600"/>
              </a:spcAft>
              <a:defRPr sz="2000">
                <a:solidFill>
                  <a:srgbClr val="233044"/>
                </a:solidFill>
              </a:defRPr>
            </a:pPr>
            <a:r>
              <a:t>본 문서는 SYNTHETIC EXAMPLE이며 공식 인증서가 아님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E7D"/>
                </a:solidFill>
              </a:defRPr>
            </a:pPr>
            <a:r>
              <a:t>SYNTHETIC EXAMPLE · AXCalib education lifecycle ·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